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8778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7"/>
                </a:solidFill>
                <a:latin typeface="Aptos"/>
              </a:defRPr>
            </a:pPr>
            <a:r>
              <a:t>RASHID HASSAN 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4D6D"/>
                </a:solidFill>
                <a:latin typeface="Aptos"/>
              </a:defRPr>
            </a:pPr>
            <a:r>
              <a:t>GRAPHICS 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A9AA2"/>
                </a:solidFill>
                <a:latin typeface="Aptos"/>
              </a:defRPr>
            </a:pPr>
            <a:r>
              <a:t>PORTFOLIO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F5F5F7"/>
                </a:solidFill>
                <a:latin typeface="Aptos"/>
              </a:defRPr>
            </a:pPr>
            <a:r>
              <a:t>Bold visuals. Clear ideas. Meaningful design.</a:t>
            </a:r>
          </a:p>
        </p:txBody>
      </p:sp>
      <p:pic>
        <p:nvPicPr>
          <p:cNvPr id="7" name="Picture 6" descr="image_m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680" y="3566160"/>
            <a:ext cx="178231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Aptos"/>
              </a:defRPr>
            </a:pPr>
            <a:r>
              <a:t>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760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A9AA2"/>
                </a:solidFill>
                <a:latin typeface="Aptos"/>
              </a:defRPr>
            </a:pPr>
            <a:r>
              <a:t>Hi, I'm Rashid — a graphic designer with a passion for bold, clean, and meaningful visuals. I help brands tell their story through design that stands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5760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A9AA2"/>
                </a:solidFill>
                <a:latin typeface="Aptos"/>
              </a:defRPr>
            </a:pPr>
            <a:r>
              <a:t>I combine creativity, design principles, and practical problem-solving to create visuals that are not only eye-catching but also communicate clearly and serve a purpose. Every design is crafted with attention to detail and tailored to the client’s goals, audience, and brand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4D6D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5F5F7"/>
                </a:solidFill>
                <a:latin typeface="Aptos"/>
              </a:defRPr>
            </a:pPr>
            <a:r>
              <a:t>Adobe Photoshop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52578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5F5F7"/>
                </a:solidFill>
                <a:latin typeface="Aptos"/>
              </a:defRPr>
            </a:pPr>
            <a:r>
              <a:t>Illustrator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2578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5F5F7"/>
                </a:solidFill>
                <a:latin typeface="Aptos"/>
              </a:defRPr>
            </a:pPr>
            <a:r>
              <a:t>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5F5F7"/>
                </a:solidFill>
                <a:latin typeface="Aptos"/>
              </a:defRPr>
            </a:pPr>
            <a:r>
              <a:t>After 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715000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5F5F7"/>
                </a:solidFill>
                <a:latin typeface="Aptos"/>
              </a:defRPr>
            </a:pPr>
            <a:r>
              <a:t>Branding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005840"/>
            <a:ext cx="3749039" cy="448056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_m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36789"/>
            <a:ext cx="3383280" cy="38186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01 — 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U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0" y="1371600"/>
            <a:ext cx="204216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SOCIAL MEDIA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wr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040" y="1371600"/>
            <a:ext cx="204216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wakala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03 —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HEBEH_WAKALA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772" y="1371600"/>
            <a:ext cx="2165574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wakala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ISE_AND_CONQU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414" y="1371600"/>
            <a:ext cx="212741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05 — 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mon_all_purpos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875" y="1371600"/>
            <a:ext cx="2105369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sticker soup2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STICKER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rwbwery_all_purpos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435" y="1371600"/>
            <a:ext cx="2105369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sticker 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STICKER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07 —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hebe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1371600"/>
            <a:ext cx="306324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bussiness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im_zay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371600"/>
            <a:ext cx="306324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birthday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09 —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1371600"/>
            <a:ext cx="306324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bussiness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wraaa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371600"/>
            <a:ext cx="306324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dawra poster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ANNOUCEMENT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11 —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ilus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225" y="1371600"/>
            <a:ext cx="3204669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rg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414" y="1371600"/>
            <a:ext cx="212741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flayer2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FLAYER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13 —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U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1371600"/>
            <a:ext cx="306324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flayer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FLAYER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371600"/>
            <a:ext cx="306324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bussiness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15 —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board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464" y="1371600"/>
            <a:ext cx="2166191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branding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tboard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262" y="1371600"/>
            <a:ext cx="4143715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111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branding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5F7"/>
                </a:solidFill>
                <a:latin typeface="Aptos"/>
              </a:defRPr>
            </a:pPr>
            <a: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521207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4D6D"/>
                </a:solidFill>
                <a:latin typeface="Aptos"/>
              </a:defRPr>
            </a:pPr>
            <a:r>
              <a:t>17 —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212080" cy="4983480"/>
          </a:xfrm>
          <a:prstGeom prst="roundRect">
            <a:avLst/>
          </a:prstGeom>
          <a:solidFill>
            <a:srgbClr val="16161A"/>
          </a:solidFill>
          <a:ln>
            <a:solidFill>
              <a:srgbClr val="292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tboard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0" y="1371600"/>
            <a:ext cx="204216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4617720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5F7"/>
                </a:solidFill>
                <a:latin typeface="Aptos"/>
              </a:defRPr>
            </a:pPr>
            <a:r>
              <a:t>brand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1091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330952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A9AA2"/>
                </a:solidFill>
                <a:latin typeface="Aptos"/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7"/>
                </a:solidFill>
                <a:latin typeface="Aptos"/>
              </a:defRPr>
            </a:pPr>
            <a:r>
              <a:t>LET'S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9A9AA2"/>
                </a:solidFill>
                <a:latin typeface="Aptos"/>
              </a:defRPr>
            </a:pPr>
            <a:r>
              <a:t>For design enquiries and creative collaborations.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926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5F5F7"/>
                </a:solidFill>
                <a:latin typeface="Aptos"/>
              </a:defRPr>
            </a:pPr>
            <a:r>
              <a:t>rashidhassanally0203@gmail.com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703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5F5F7"/>
                </a:solidFill>
                <a:latin typeface="Aptos"/>
              </a:defRPr>
            </a:pPr>
            <a:r>
              <a:t>+255 788 315 183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4D6D"/>
                </a:solidFill>
                <a:latin typeface="Aptos"/>
              </a:defRPr>
            </a:pPr>
            <a: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4805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5F5F7"/>
                </a:solidFill>
                <a:latin typeface="Aptos"/>
              </a:defRPr>
            </a:pPr>
            <a:r>
              <a:t>+255 616 741 032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A9AA2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